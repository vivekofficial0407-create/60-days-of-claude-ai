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5029200" cy="5029200"/>
          </a:xfrm>
          <a:prstGeom prst="ellipse">
            <a:avLst/>
          </a:prstGeom>
          <a:solidFill>
            <a:srgbClr val="27317A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3657600" cy="3657600"/>
          </a:xfrm>
          <a:prstGeom prst="ellipse">
            <a:avLst/>
          </a:prstGeom>
          <a:solidFill>
            <a:srgbClr val="27317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3172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InterviewPilot AI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33375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AI-personalized mock interviews, built from your resume — with real, actionable feedback.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Talks 60-Day Claude AI Challenge  |  10-Day Capstone Project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prep today is generic, lonely, and unmeasured.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3C7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659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personalized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46888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question banks ignore the candidate's actual resume and target role.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55080" y="173736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3C7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75120" y="19659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real feedback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75120" y="246888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Practicing alone means no structured signal on answer quality or gaps.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3C7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42062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Costly or inaccessible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8680" y="470916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mock interviews require scheduling, cost money, or aren't available on demand.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55080" y="397764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3C7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75120" y="42062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clear next step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675120" y="470916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finish practice without knowing what to specifically revise before the real interview.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InterviewPilot AI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It's For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preparing for a real interview, without a real interviewer on hand.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611880" cy="3749040"/>
          </a:xfrm>
          <a:prstGeom prst="roundRect">
            <a:avLst>
              <a:gd name="adj" fmla="val 3038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897380" y="2286000"/>
            <a:ext cx="914400" cy="91440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42900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 &amp; Recent Grads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425196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for their first technical or campus placement interviews.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34840" y="1920240"/>
            <a:ext cx="3611880" cy="3749040"/>
          </a:xfrm>
          <a:prstGeom prst="roundRect">
            <a:avLst>
              <a:gd name="adj" fmla="val 3038"/>
            </a:avLst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5783580" y="2286000"/>
            <a:ext cx="914400" cy="91440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342900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Early-Career Job Seekers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754880" y="425196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Actively applying and interviewing, needing fast, structured feedback to improve quickly.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321040" y="1920240"/>
            <a:ext cx="3611880" cy="3749040"/>
          </a:xfrm>
          <a:prstGeom prst="roundRect">
            <a:avLst>
              <a:gd name="adj" fmla="val 3038"/>
            </a:avLst>
          </a:prstGeom>
          <a:solidFill>
            <a:srgbClr val="1E2761"/>
          </a:solidFill>
          <a:ln/>
        </p:spPr>
      </p:sp>
      <p:sp>
        <p:nvSpPr>
          <p:cNvPr id="13" name="Shape 11"/>
          <p:cNvSpPr/>
          <p:nvPr/>
        </p:nvSpPr>
        <p:spPr>
          <a:xfrm>
            <a:off x="9669780" y="2286000"/>
            <a:ext cx="914400" cy="91440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14" name="Text 12"/>
          <p:cNvSpPr/>
          <p:nvPr/>
        </p:nvSpPr>
        <p:spPr>
          <a:xfrm>
            <a:off x="8595360" y="342900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 Switchers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641080" y="425196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into a new domain and unsure what to expect or where their gaps are.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InterviewPilot AI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focused workflow: upload, practice, and get real feedback — in minutes, for free, no login.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2103120"/>
            <a:ext cx="2139696" cy="3383280"/>
          </a:xfrm>
          <a:prstGeom prst="roundRect">
            <a:avLst>
              <a:gd name="adj" fmla="val 4274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1280160" y="2377440"/>
            <a:ext cx="585216" cy="585216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237744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3154680"/>
            <a:ext cx="186537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 Resume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" y="3886200"/>
            <a:ext cx="1810512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upload with automatic text extraction and an editable review step.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596896" y="32918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788920" y="2103120"/>
            <a:ext cx="2139696" cy="3383280"/>
          </a:xfrm>
          <a:prstGeom prst="roundRect">
            <a:avLst>
              <a:gd name="adj" fmla="val 4274"/>
            </a:avLst>
          </a:prstGeom>
          <a:solidFill>
            <a:srgbClr val="E7EBF9"/>
          </a:solidFill>
          <a:ln/>
        </p:spPr>
      </p:sp>
      <p:sp>
        <p:nvSpPr>
          <p:cNvPr id="11" name="Shape 9"/>
          <p:cNvSpPr/>
          <p:nvPr/>
        </p:nvSpPr>
        <p:spPr>
          <a:xfrm>
            <a:off x="3566160" y="2377440"/>
            <a:ext cx="585216" cy="585216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237744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926080" y="3154680"/>
            <a:ext cx="186537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 Role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53512" y="3886200"/>
            <a:ext cx="1810512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from 12 common tech roles, or specify a custom one.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82896" y="32918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5074920" y="2103120"/>
            <a:ext cx="2139696" cy="3383280"/>
          </a:xfrm>
          <a:prstGeom prst="roundRect">
            <a:avLst>
              <a:gd name="adj" fmla="val 4274"/>
            </a:avLst>
          </a:prstGeom>
          <a:solidFill>
            <a:srgbClr val="F4F6FC"/>
          </a:solidFill>
          <a:ln/>
        </p:spPr>
      </p:sp>
      <p:sp>
        <p:nvSpPr>
          <p:cNvPr id="17" name="Shape 15"/>
          <p:cNvSpPr/>
          <p:nvPr/>
        </p:nvSpPr>
        <p:spPr>
          <a:xfrm>
            <a:off x="5852160" y="2377440"/>
            <a:ext cx="585216" cy="585216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18" name="Text 16"/>
          <p:cNvSpPr/>
          <p:nvPr/>
        </p:nvSpPr>
        <p:spPr>
          <a:xfrm>
            <a:off x="5852160" y="237744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212080" y="3154680"/>
            <a:ext cx="186537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Questions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39512" y="3886200"/>
            <a:ext cx="1810512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generates 8-10 personalized questions across 5 categories.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168896" y="32918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7360920" y="2103120"/>
            <a:ext cx="2139696" cy="3383280"/>
          </a:xfrm>
          <a:prstGeom prst="roundRect">
            <a:avLst>
              <a:gd name="adj" fmla="val 4274"/>
            </a:avLst>
          </a:prstGeom>
          <a:solidFill>
            <a:srgbClr val="E7EBF9"/>
          </a:solidFill>
          <a:ln/>
        </p:spPr>
      </p:sp>
      <p:sp>
        <p:nvSpPr>
          <p:cNvPr id="23" name="Shape 21"/>
          <p:cNvSpPr/>
          <p:nvPr/>
        </p:nvSpPr>
        <p:spPr>
          <a:xfrm>
            <a:off x="8138160" y="2377440"/>
            <a:ext cx="585216" cy="585216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24" name="Text 22"/>
          <p:cNvSpPr/>
          <p:nvPr/>
        </p:nvSpPr>
        <p:spPr>
          <a:xfrm>
            <a:off x="8138160" y="237744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498080" y="3154680"/>
            <a:ext cx="186537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Mock Interview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525512" y="3886200"/>
            <a:ext cx="1810512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sequentially, navigating freely before submitting.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454896" y="32918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9646920" y="2103120"/>
            <a:ext cx="2139696" cy="3383280"/>
          </a:xfrm>
          <a:prstGeom prst="roundRect">
            <a:avLst>
              <a:gd name="adj" fmla="val 4274"/>
            </a:avLst>
          </a:prstGeom>
          <a:solidFill>
            <a:srgbClr val="F4F6FC"/>
          </a:solidFill>
          <a:ln/>
        </p:spPr>
      </p:sp>
      <p:sp>
        <p:nvSpPr>
          <p:cNvPr id="29" name="Shape 27"/>
          <p:cNvSpPr/>
          <p:nvPr/>
        </p:nvSpPr>
        <p:spPr>
          <a:xfrm>
            <a:off x="10424160" y="2377440"/>
            <a:ext cx="585216" cy="585216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30" name="Text 28"/>
          <p:cNvSpPr/>
          <p:nvPr/>
        </p:nvSpPr>
        <p:spPr>
          <a:xfrm>
            <a:off x="10424160" y="237744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9784080" y="3154680"/>
            <a:ext cx="186537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Readiness Report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811512" y="3886200"/>
            <a:ext cx="1810512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Score, strengths, weaknesses, and a concrete next practice plan.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InterviewPilot AI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F4F6FC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892808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3D5AF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928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185623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Resume-Aware Question Generation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reference actual projects, skills, and experience — not generic banks.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34840" y="169164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F4F6FC"/>
          </a:solidFill>
          <a:ln/>
        </p:spPr>
      </p:sp>
      <p:sp>
        <p:nvSpPr>
          <p:cNvPr id="9" name="Shape 7"/>
          <p:cNvSpPr/>
          <p:nvPr/>
        </p:nvSpPr>
        <p:spPr>
          <a:xfrm>
            <a:off x="4663440" y="1892808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3D5AFE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8928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212080" y="185623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Multi-Category Coverage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63440" y="246888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Resume-based, technical, behavioral, project-based, and situational questions in every session.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321040" y="169164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F4F6FC"/>
          </a:solidFill>
          <a:ln/>
        </p:spPr>
      </p:sp>
      <p:sp>
        <p:nvSpPr>
          <p:cNvPr id="14" name="Shape 12"/>
          <p:cNvSpPr/>
          <p:nvPr/>
        </p:nvSpPr>
        <p:spPr>
          <a:xfrm>
            <a:off x="8549640" y="1892808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3D5AFE"/>
          </a:solidFill>
          <a:ln/>
        </p:spPr>
      </p:sp>
      <p:sp>
        <p:nvSpPr>
          <p:cNvPr id="15" name="Text 13"/>
          <p:cNvSpPr/>
          <p:nvPr/>
        </p:nvSpPr>
        <p:spPr>
          <a:xfrm>
            <a:off x="8549640" y="18928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098280" y="185623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AI Feedback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549640" y="246888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Per-answer feedback plus an overall readiness score, strengths, and weaknesses.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79476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F4F6FC"/>
          </a:solidFill>
          <a:ln/>
        </p:spPr>
      </p:sp>
      <p:sp>
        <p:nvSpPr>
          <p:cNvPr id="19" name="Shape 17"/>
          <p:cNvSpPr/>
          <p:nvPr/>
        </p:nvSpPr>
        <p:spPr>
          <a:xfrm>
            <a:off x="777240" y="3995928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3D5AFE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9959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25880" y="395935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Actionable Next Steps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" y="457200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revision topics and a prioritized next practice plan — not just a grade.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434840" y="379476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F4F6FC"/>
          </a:solidFill>
          <a:ln/>
        </p:spPr>
      </p:sp>
      <p:sp>
        <p:nvSpPr>
          <p:cNvPr id="24" name="Shape 22"/>
          <p:cNvSpPr/>
          <p:nvPr/>
        </p:nvSpPr>
        <p:spPr>
          <a:xfrm>
            <a:off x="4663440" y="3995928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3D5AFE"/>
          </a:solidFill>
          <a:ln/>
        </p:spPr>
      </p:sp>
      <p:sp>
        <p:nvSpPr>
          <p:cNvPr id="25" name="Text 23"/>
          <p:cNvSpPr/>
          <p:nvPr/>
        </p:nvSpPr>
        <p:spPr>
          <a:xfrm>
            <a:off x="4663440" y="39959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212080" y="395935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Frictionless Sessions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663440" y="457200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login. A private session ID, auto-expiring in 24 hours.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321040" y="379476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F4F6FC"/>
          </a:solidFill>
          <a:ln/>
        </p:spPr>
      </p:sp>
      <p:sp>
        <p:nvSpPr>
          <p:cNvPr id="29" name="Shape 27"/>
          <p:cNvSpPr/>
          <p:nvPr/>
        </p:nvSpPr>
        <p:spPr>
          <a:xfrm>
            <a:off x="8549640" y="3995928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3D5AFE"/>
          </a:solidFill>
          <a:ln/>
        </p:spPr>
      </p:sp>
      <p:sp>
        <p:nvSpPr>
          <p:cNvPr id="30" name="Text 28"/>
          <p:cNvSpPr/>
          <p:nvPr/>
        </p:nvSpPr>
        <p:spPr>
          <a:xfrm>
            <a:off x="8549640" y="39959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098280" y="395935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Exportable Report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549640" y="457200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the full readiness report to revisit before the real interview.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InterviewPilot AI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Approach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lean, production-style full-stack architecture built for reliability, not just a demo.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27317A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1945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Frontend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78892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upload, role select, interview flow, report UI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154680" y="292608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474720" y="201168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27317A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21945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 Backend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0" y="278892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mgmt, PDF extraction, Claude prompts, report logic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080760" y="292608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400800" y="201168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27317A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21945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API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0" y="278892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generation &amp; structured interview evaluation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006840" y="292608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326880" y="201168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27317A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09760" y="21945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 Database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509760" y="278892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Sessions, questions, answers, reports — 24h auto-expiry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4709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Deployment: Vercel (frontend)  •  Render (backend)  •  GitHub (CI-style push-to-deploy)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5257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E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mock-first: the full workflow was developed and tested against a mock AI layer, then swapped to live Claude API calls with zero architectural changes.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InterviewPilot AI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is deliberately focused. Here's what's deliberately next.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440680" cy="1143000"/>
          </a:xfrm>
          <a:prstGeom prst="roundRect">
            <a:avLst>
              <a:gd name="adj" fmla="val 8000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4937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accounts with saved interview history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355080" y="1965960"/>
            <a:ext cx="5440680" cy="1143000"/>
          </a:xfrm>
          <a:prstGeom prst="roundRect">
            <a:avLst>
              <a:gd name="adj" fmla="val 8000"/>
            </a:avLst>
          </a:prstGeom>
          <a:solidFill>
            <a:srgbClr val="F4F6FC"/>
          </a:solidFill>
          <a:ln/>
        </p:spPr>
      </p:sp>
      <p:sp>
        <p:nvSpPr>
          <p:cNvPr id="7" name="Text 5"/>
          <p:cNvSpPr/>
          <p:nvPr/>
        </p:nvSpPr>
        <p:spPr>
          <a:xfrm>
            <a:off x="6629400" y="1965960"/>
            <a:ext cx="4937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tracking dashboard across sessions over time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383280"/>
            <a:ext cx="5440680" cy="1143000"/>
          </a:xfrm>
          <a:prstGeom prst="roundRect">
            <a:avLst>
              <a:gd name="adj" fmla="val 8000"/>
            </a:avLst>
          </a:prstGeom>
          <a:solidFill>
            <a:srgbClr val="F4F6F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383280"/>
            <a:ext cx="4937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Adaptive, answer-aware follow-up questions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355080" y="3383280"/>
            <a:ext cx="5440680" cy="1143000"/>
          </a:xfrm>
          <a:prstGeom prst="roundRect">
            <a:avLst>
              <a:gd name="adj" fmla="val 8000"/>
            </a:avLst>
          </a:prstGeom>
          <a:solidFill>
            <a:srgbClr val="F4F6FC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3383280"/>
            <a:ext cx="4937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Voice-based mock interviews with speech-to-text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800600"/>
            <a:ext cx="5440680" cy="1143000"/>
          </a:xfrm>
          <a:prstGeom prst="roundRect">
            <a:avLst>
              <a:gd name="adj" fmla="val 8000"/>
            </a:avLst>
          </a:prstGeom>
          <a:solidFill>
            <a:srgbClr val="F4F6FC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800600"/>
            <a:ext cx="4937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 and LinkedIn-profile-based resume input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355080" y="4800600"/>
            <a:ext cx="5440680" cy="1143000"/>
          </a:xfrm>
          <a:prstGeom prst="roundRect">
            <a:avLst>
              <a:gd name="adj" fmla="val 8000"/>
            </a:avLst>
          </a:prstGeom>
          <a:solidFill>
            <a:srgbClr val="F4F6FC"/>
          </a:solidFill>
          <a:ln/>
        </p:spPr>
      </p:sp>
      <p:sp>
        <p:nvSpPr>
          <p:cNvPr id="15" name="Text 13"/>
          <p:cNvSpPr/>
          <p:nvPr/>
        </p:nvSpPr>
        <p:spPr>
          <a:xfrm>
            <a:off x="6629400" y="4800600"/>
            <a:ext cx="4937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/ employer mode for custom question sets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InterviewPilot AI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27317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5544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2514600"/>
            <a:ext cx="9601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job seeker deserves a realistic, personalized way to practice — not just another question bank, but a tool that reads their story and helps them tell it better.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31520" y="420624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InterviewPilot AI starts as a focused, single-workflow product — proof that a personalized AI interview coach can be built, deployed, and genuinely useful in 10 days.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InterviewPilot AI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2026-07-21T06:29:08Z</dcterms:created>
  <dcterms:modified xsi:type="dcterms:W3CDTF">2026-07-21T06:29:08Z</dcterms:modified>
</cp:coreProperties>
</file>